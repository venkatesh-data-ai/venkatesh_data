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838cc3be2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838cc3be2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838cc3be2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838cc3be2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38cc3be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38cc3b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838cc3be2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838cc3be2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838cc3be2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838cc3be2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0" y="1665475"/>
            <a:ext cx="5783400" cy="8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o" sz="4400">
                <a:solidFill>
                  <a:schemeClr val="accent5"/>
                </a:solidFill>
              </a:rPr>
              <a:t>CareBridge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64" name="Google Shape;64;p13"/>
          <p:cNvSpPr txBox="1"/>
          <p:nvPr>
            <p:ph idx="4294967295" type="body"/>
          </p:nvPr>
        </p:nvSpPr>
        <p:spPr>
          <a:xfrm>
            <a:off x="2898000" y="2983725"/>
            <a:ext cx="3348000" cy="13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 sz="3550"/>
              <a:t>COMP3820 - Team Jets</a:t>
            </a:r>
            <a:endParaRPr sz="355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no" sz="3050"/>
              <a:t>Team Members: </a:t>
            </a:r>
            <a:r>
              <a:rPr lang="no" sz="3050"/>
              <a:t>Oda Bang-Olsen, Venkatesh Athikulam Muthusamy, Hanna Jacobsen</a:t>
            </a:r>
            <a:endParaRPr sz="3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3584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o">
                <a:solidFill>
                  <a:schemeClr val="accent5"/>
                </a:solidFill>
              </a:rPr>
              <a:t>Problem statement 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221850" y="4541050"/>
            <a:ext cx="8700300" cy="4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4800"/>
              <a:t>Our app solves this by enabling </a:t>
            </a:r>
            <a:r>
              <a:rPr b="1" lang="no" sz="4800"/>
              <a:t>shared access to structured digital records and referral information across services</a:t>
            </a:r>
            <a:r>
              <a:rPr lang="no" sz="4800"/>
              <a:t>.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41850" y="2229350"/>
            <a:ext cx="69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792325" y="3385200"/>
            <a:ext cx="69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41850" y="3385200"/>
            <a:ext cx="69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792325" y="2229338"/>
            <a:ext cx="69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688" y="2367625"/>
            <a:ext cx="409525" cy="4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75" y="3488275"/>
            <a:ext cx="479950" cy="4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0125" y="2402838"/>
            <a:ext cx="339125" cy="3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3075" y="2473263"/>
            <a:ext cx="339125" cy="3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0950" y="3488262"/>
            <a:ext cx="479950" cy="4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1333425" y="2229350"/>
            <a:ext cx="3003000" cy="77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Consumers must repeatedly retell personal and trauma histories</a:t>
            </a:r>
            <a:endParaRPr sz="12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599125" y="3385200"/>
            <a:ext cx="3003000" cy="77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Increased workload for clinicians and an already strained mental health workforce</a:t>
            </a:r>
            <a:endParaRPr sz="12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599125" y="2229350"/>
            <a:ext cx="3003000" cy="77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Duplication of assessments and referrals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333425" y="3385200"/>
            <a:ext cx="3003000" cy="77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Delays in receiving appropriate care, and consumers falling through system gaps</a:t>
            </a:r>
            <a:endParaRPr sz="12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87900" y="1357800"/>
            <a:ext cx="84933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4800"/>
              <a:t>Mental health care is fragmented due to </a:t>
            </a:r>
            <a:r>
              <a:rPr b="1" lang="no" sz="4800"/>
              <a:t>poor interoperability between electronic medical record (EMR) systems</a:t>
            </a:r>
            <a:r>
              <a:rPr lang="no" sz="4800"/>
              <a:t>.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no" sz="4800"/>
              <a:t>Consequences include:</a:t>
            </a:r>
            <a:endParaRPr b="1"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87900" y="3970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o">
                <a:solidFill>
                  <a:schemeClr val="accent5"/>
                </a:solidFill>
              </a:rPr>
              <a:t>Target Audience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387888" y="3189450"/>
            <a:ext cx="3847500" cy="1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no" sz="1200"/>
              <a:t>Primary users:</a:t>
            </a:r>
            <a:endParaRPr b="1"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no" sz="1200"/>
              <a:t>Clinicians and care coordinators</a:t>
            </a:r>
            <a:r>
              <a:rPr lang="no" sz="1200"/>
              <a:t> working in community-based mental health services</a:t>
            </a:r>
            <a:br>
              <a:rPr lang="no" sz="1200"/>
            </a:br>
            <a:r>
              <a:rPr lang="no" sz="1200"/>
              <a:t>(public, non-government, and private sectors)</a:t>
            </a:r>
            <a:br>
              <a:rPr lang="no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4544563" y="3227550"/>
            <a:ext cx="3949500" cy="1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no" sz="1200"/>
              <a:t>System-level beneficiaries:</a:t>
            </a:r>
            <a:endParaRPr b="1"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200"/>
              <a:t>Service providers and organizations seeking more efficient workflows, better handovers, and reduced duplication of effort</a:t>
            </a:r>
            <a:br>
              <a:rPr lang="no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639588" y="1749250"/>
            <a:ext cx="1257300" cy="121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898263" y="1749250"/>
            <a:ext cx="1257300" cy="121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762" y="1879374"/>
            <a:ext cx="958950" cy="9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7438" y="1879375"/>
            <a:ext cx="958950" cy="9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o">
                <a:solidFill>
                  <a:schemeClr val="accent5"/>
                </a:solidFill>
              </a:rPr>
              <a:t>Core Features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87900" y="1345425"/>
            <a:ext cx="83682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no" sz="2000"/>
              <a:t>Use of synthetic patient data retrieved from a public HAPI FHIR server</a:t>
            </a:r>
            <a:br>
              <a:rPr b="1" lang="no" sz="2000"/>
            </a:br>
            <a:endParaRPr b="1"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no" sz="2000"/>
              <a:t>Authentication and authorization through SMART on FHIR</a:t>
            </a:r>
            <a:br>
              <a:rPr b="1" lang="no" sz="2000"/>
            </a:br>
            <a:endParaRPr b="1"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no" sz="2000"/>
              <a:t>Ability to refer patients and securely transfer their information while preserving the FHIR data structure</a:t>
            </a:r>
            <a:br>
              <a:rPr b="1" lang="no" sz="2000"/>
            </a:br>
            <a:endParaRPr b="1"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no" sz="2000"/>
              <a:t>Patient appointment tracking and status updates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1654800" y="2110950"/>
            <a:ext cx="5834400" cy="9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 sz="5000"/>
              <a:t>DEMO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654800" y="2110950"/>
            <a:ext cx="5834400" cy="9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 sz="5000"/>
              <a:t>Q&amp;A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